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8" r:id="rId3"/>
    <p:sldId id="260" r:id="rId4"/>
    <p:sldId id="261" r:id="rId5"/>
    <p:sldId id="263" r:id="rId6"/>
    <p:sldId id="272" r:id="rId7"/>
    <p:sldId id="267" r:id="rId8"/>
    <p:sldId id="268" r:id="rId9"/>
    <p:sldId id="265" r:id="rId10"/>
    <p:sldId id="269" r:id="rId11"/>
    <p:sldId id="271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-14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3808631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Hyperlocal </a:t>
            </a:r>
            <a:r>
              <a: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News Anomaly Detection &amp; Source Attribution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>
                <a:latin typeface="Times New Roman" pitchFamily="18" charset="0"/>
                <a:cs typeface="Times New Roman" pitchFamily="18" charset="0"/>
              </a:rPr>
              <a:t>Detect anomalous or suspicious hyperlocal news articles</a:t>
            </a:r>
          </a:p>
          <a:p>
            <a:r>
              <a:rPr sz="3200">
                <a:latin typeface="Times New Roman" pitchFamily="18" charset="0"/>
                <a:cs typeface="Times New Roman" pitchFamily="18" charset="0"/>
              </a:rPr>
              <a:t>Identify mismatches between reported vs linguistic location</a:t>
            </a:r>
          </a:p>
          <a:p>
            <a:r>
              <a:rPr sz="3200">
                <a:latin typeface="Times New Roman" pitchFamily="18" charset="0"/>
                <a:cs typeface="Times New Roman" pitchFamily="18" charset="0"/>
              </a:rPr>
              <a:t>Track evolving sentiment and topic patterns</a:t>
            </a:r>
          </a:p>
          <a:p>
            <a:r>
              <a:rPr sz="3200">
                <a:latin typeface="Times New Roman" pitchFamily="18" charset="0"/>
                <a:cs typeface="Times New Roman" pitchFamily="18" charset="0"/>
              </a:rPr>
              <a:t>Detect potential misattribution or misinformation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3200">
                <a:latin typeface="Times New Roman" pitchFamily="18" charset="0"/>
                <a:cs typeface="Times New Roman" pitchFamily="18" charset="0"/>
              </a:rPr>
              <a:t>Preprocessing &amp; Text Cleaning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Location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Extraction via NER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Sentiment 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 &amp;</a:t>
            </a:r>
            <a:r>
              <a:rPr sz="32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Topic Modeling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Transformer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Embeddings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Anomaly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&amp; Discrepancy Detection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Visualization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Dashboard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Approach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3200">
                <a:latin typeface="Times New Roman" pitchFamily="18" charset="0"/>
                <a:cs typeface="Times New Roman" pitchFamily="18" charset="0"/>
              </a:rPr>
              <a:t>Clean text (Article + Heading)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Extract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&amp; normalize locations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Sentiment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scoring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Topic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modeling (BERTopic / LDA)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z="3200" smtClean="0">
                <a:latin typeface="Times New Roman" pitchFamily="18" charset="0"/>
                <a:cs typeface="Times New Roman" pitchFamily="18" charset="0"/>
              </a:rPr>
              <a:t>Temporal </a:t>
            </a:r>
            <a:r>
              <a:rPr sz="3200">
                <a:latin typeface="Times New Roman" pitchFamily="18" charset="0"/>
                <a:cs typeface="Times New Roman" pitchFamily="18" charset="0"/>
              </a:rPr>
              <a:t>feature extraction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Linguistic Anomaly: Isolation Forest, One-Class SVM, VAE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mtClean="0">
                <a:latin typeface="Times New Roman" pitchFamily="18" charset="0"/>
                <a:cs typeface="Times New Roman" pitchFamily="18" charset="0"/>
              </a:rPr>
              <a:t>Source </a:t>
            </a:r>
            <a:r>
              <a:rPr>
                <a:latin typeface="Times New Roman" pitchFamily="18" charset="0"/>
                <a:cs typeface="Times New Roman" pitchFamily="18" charset="0"/>
              </a:rPr>
              <a:t>Discrepancy: Predict location via ML models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smtClean="0">
                <a:latin typeface="Times New Roman" pitchFamily="18" charset="0"/>
                <a:cs typeface="Times New Roman" pitchFamily="18" charset="0"/>
              </a:rPr>
              <a:t>Temporal </a:t>
            </a:r>
            <a:r>
              <a:rPr>
                <a:latin typeface="Times New Roman" pitchFamily="18" charset="0"/>
                <a:cs typeface="Times New Roman" pitchFamily="18" charset="0"/>
              </a:rPr>
              <a:t>Anomaly: Trend shifts via ARIMA/Prophet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Anomaly Detection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Anomaly Details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04041" y="2317531"/>
            <a:ext cx="7882759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Suspicious Articles Explorer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Shows all detected suspicious articles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Displays heading, article, extracted &amp; predicted locations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Includes anomaly score and suspicious flag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Results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User enters heading &amp; article text</a:t>
            </a:r>
          </a:p>
          <a:p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Optional: reported location for mismatch check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System predicts location &amp; anomaly status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New Article Analysis Workflow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Predicted location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Anomaly score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Normal vs. Anomalous classification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Location mismatch alerts</a:t>
            </a:r>
          </a:p>
          <a:p>
            <a:pPr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 Output Details</a:t>
            </a:r>
            <a:endParaRPr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Developed a comprehensive NLP pipeline capable of detecting anomalies and narrative inconsistencies in hyper local news.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Successfully combined location extraction, text vectorization, classification and anomaly detection to identify unusual reporting patterns.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Supports early detection of misinformation, improves news credibility assessment, and enhances the monitoring of evolving narratives across regions.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Provides a scalable framework for future integration with real-time dashboards, advanced NER models, and multimodal analysis.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Deployment done in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AWS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                            </a:t>
            </a:r>
            <a:r>
              <a:rPr lang="en-IN" sz="4000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209</TotalTime>
  <Words>251</Words>
  <Application>Microsoft Macintosh PowerPoint</Application>
  <PresentationFormat>On-screen Show (4:3)</PresentationFormat>
  <Paragraphs>85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   Hyperlocal News Anomaly Detection &amp; Source Attribution</vt:lpstr>
      <vt:lpstr>Problem Statement</vt:lpstr>
      <vt:lpstr>Approach Overview</vt:lpstr>
      <vt:lpstr>Data Preprocessing</vt:lpstr>
      <vt:lpstr>Anomaly Detection Models</vt:lpstr>
      <vt:lpstr>Anomaly Details</vt:lpstr>
      <vt:lpstr>Streamlit Results</vt:lpstr>
      <vt:lpstr>New Article Analysis Workflow</vt:lpstr>
      <vt:lpstr>User Output Details</vt:lpstr>
      <vt:lpstr>Conclusion</vt:lpstr>
      <vt:lpstr>Slide 11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Hyperlocal News Anomaly Detection &amp; Source Attribution</dc:title>
  <dc:creator>Sri Advikam</dc:creator>
  <dc:description>generated using python-pptx</dc:description>
  <cp:lastModifiedBy>Sri Advikam</cp:lastModifiedBy>
  <cp:revision>18</cp:revision>
  <dcterms:created xsi:type="dcterms:W3CDTF">2013-01-27T09:14:16Z</dcterms:created>
  <dcterms:modified xsi:type="dcterms:W3CDTF">2025-12-03T09:51:23Z</dcterms:modified>
</cp:coreProperties>
</file>